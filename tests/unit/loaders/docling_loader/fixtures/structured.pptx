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bullet</a:t>
            </a:r>
          </a:p>
          <a:p>
            <a:pPr lvl="1"/>
            <a:r>
              <a:t>Level 1 bullet</a:t>
            </a:r>
          </a:p>
          <a:p>
            <a:pPr lvl="2"/>
            <a:r>
              <a:t>Level 2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bullet</a:t>
            </a:r>
          </a:p>
          <a:p>
            <a:pPr lvl="1"/>
            <a:r>
              <a:t>Level 1 bullet</a:t>
            </a:r>
          </a:p>
          <a:p>
            <a:pPr lvl="2"/>
            <a:r>
              <a:t>Level 2 bullet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t00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t02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and Group</a:t>
            </a:r>
          </a:p>
        </p:txBody>
      </p:sp>
      <p:pic>
        <p:nvPicPr>
          <p:cNvPr id="3" name="Picture 2" descr="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9144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3657600" y="1828800"/>
            <a:ext cx="2743200" cy="1371600"/>
            <a:chOff x="3657600" y="1828800"/>
            <a:chExt cx="2743200" cy="1371600"/>
          </a:xfrm>
        </p:grpSpPr>
        <p:sp>
          <p:nvSpPr>
            <p:cNvPr id="5" name="TextBox 4"/>
            <p:cNvSpPr txBox="1"/>
            <p:nvPr/>
          </p:nvSpPr>
          <p:spPr>
            <a:xfrm>
              <a:off x="3657600" y="18288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text 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57600" y="27432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text 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